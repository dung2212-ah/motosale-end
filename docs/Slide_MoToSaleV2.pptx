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VIỆN KỸ THUẬT QUÂN SỰ  ·  KHOA CÔNG NGHỆ THÔNG TIN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ĐỒ ÁN — CÔNG NGHỆ WEB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bán xe máy &amp; phụ tùng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 quản trị MoToSale v2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Văn 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SVTH: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Tống Văn Đông  ·  MSSV: [MSSV]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học 2025 –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Bài toán đặt 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Tồn kho khó kiểm soát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5786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nhiều biến thể, phụ tùng đa dạng; quản lý tay dễ sai lệch tồn.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488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Dòng tiền &amp; công nợ rời rạc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25786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Thu/chi, đặt cọc, hoàn tiền không gắn với đơn hàng theo thời gian thực.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9593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Hậu mãi phức tạp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4531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hành, sửa chữa, đổi trả cần theo dõi trạng thái và lịch sử.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0233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39593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Thiếu báo cáo chính xác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44531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biết doanh thu thực nhận, lãi gộp, giá vốn theo kỳ.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Mục tiêu &amp; Phạm vi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Mục tiêu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6217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sản phẩm, biến thể (SKU) và tồn kho một cửa hàng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 online + tại quầy (POS): bán đứt, đặt cọc, voucher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Hậu mãi: đổi trả – hoàn tiền, bảo hành, sửa chữa, CSKH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chính: sổ quỹ, công nợ; báo cáo doanh thu &amp; lãi gộp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Admin/Nhân viên, nhật ký kiểm toán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78308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14375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1812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Phạm vi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1812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phạm vi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18120" y="28803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khu quản trị cho mô hình 1 cửa hàng / 1 kho.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416052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thanh toán trực tuyến, hóa đơn điện tử (mã CQT), tích hợp vận chuyển, đa chi nhánh.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Công nghệ sử dụng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585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2768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· ASP.NET Core · EF Core (code-first)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9659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2585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30368" y="22768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CSDL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2880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(LocalDB) — MoToSaleV2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2585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97696" y="22768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57616" y="2880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— điểm vào duy nhất, định tuyến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702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70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2885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Xác thực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48920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băm mật khẩu PBKDF2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15968" y="3977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42702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4270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30368" y="42885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90288" y="48920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Tailwind/AdminLTE · Axios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83296" y="3977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2702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4270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✦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97696" y="42885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Tiện ích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7616" y="48920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· ExcelJS · in hóa đơn trình duyệt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hệ thống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14375E"/>
          </a:solidFill>
          <a:ln w="12700">
            <a:solidFill>
              <a:srgbClr val="1437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3101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(5176)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265176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761488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4389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(5100)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24231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5328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AuthService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5101 · JWT, tài khoản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40690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788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5102 · nghiệp vụ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0" y="265176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36506B"/>
          </a:solidFill>
          <a:ln w="12700">
            <a:solidFill>
              <a:srgbClr val="365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761488"/>
            <a:ext cx="19202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0" y="4389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MoToSaleV2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3749040"/>
            <a:ext cx="8229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0" y="2926080"/>
            <a:ext cx="8229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0" y="4572000"/>
            <a:ext cx="8229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69680" y="2926080"/>
            <a:ext cx="73152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69680" y="4572000"/>
            <a:ext cx="73152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phân lớp: Common → Entities → DTO → Repository (AppDbContext, UnitOfWork, Audit) → Services → Host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Cơ sở dữ liệu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297680"/>
          </a:xfrm>
          <a:prstGeom prst="roundRect">
            <a:avLst>
              <a:gd name="adj" fmla="val 2667"/>
            </a:avLst>
          </a:prstGeom>
          <a:solidFill>
            <a:srgbClr val="14375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4688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(EF Core)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mềm qua BaseEntity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cái kho/quỹ bất biến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19933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239572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 · Addresses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89520" y="18288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19933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18120" y="239572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Skus · Categories · Brands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74720" y="32918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34564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38587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InventoryItems · StockMovements · Reservations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32918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18120" y="34564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18120" y="38587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OrderLines · Vouchers · Warranties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0" y="47548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03320" y="4919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03320" y="532180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SalesReturns · Refunds · PurchaseOrders · Repairs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47548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18120" y="4919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18120" y="532180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CashTransactions · AuditLogs · Settings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Chức năng chính — 5 nhóm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2311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Bán hàng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Đơn hàng, Khách hàng, Voucher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1920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2128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30368" y="22311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Sản phẩm &amp; Kho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2880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phẩm, Danh mục, Tồn kho, Cung ứng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1920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2128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97696" y="22311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Dịch vụ &amp; Hậu mãi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57616" y="2880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trả, Bảo hành, Sửa chữa, CSKH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432304" y="39776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06624" y="42702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06624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46704" y="42885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Tài chính &amp; Báo cáo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706624" y="4937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quỹ, Công nợ, Doanh thu, Lãi gộp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9632" y="39776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42702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14032" y="42885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73952" y="4937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khoản, Phân ca, Cấu hình, Nhật ký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NHẤN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Nghiệp vụ nổi bật: Bán tại quầy &amp; Đặt cọc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SKU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khách quen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880360"/>
            <a:ext cx="32004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21945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4375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đứt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đặt cọc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2880360"/>
            <a:ext cx="32004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21945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chỗ tồn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(đơn cọc)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2880360"/>
            <a:ext cx="32004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21945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4375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hàng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xuất kho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81160" y="2880360"/>
            <a:ext cx="32004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21945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0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đủ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tất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1092708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Bảo đảm nhất quán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470916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chạy trong một transaction: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tồn khả dụng → tạo đơn → ghi sổ cái kho → cập nhật tồn → ghi phiếu thu &amp; sổ quỹ → đặt trạng thái. Đơn cọc giữ chỗ tồn (Reserved), chỉ trừ kho thật khi giao hàng; hủy đơn cọc mặc định khách mất cọc.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NHẤN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Đổi trả → Hoàn tiền → Quỹ  ·  Lãi gộp (COGS)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Chuỗi đổi trả tự động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phiếu trả hàng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3558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3558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bán lại được → nhập về kho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01421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0142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phiếu hoàn tiền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467258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6725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một khoản chi vào sổ quỹ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533095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3309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công nợ khách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14375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Báo cáo lãi gộp / giá vốn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3796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Lãi gộp = Doanh thu − Giá vốn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33832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vốn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bình quân từ các phiếu nhập kho (GoodsReceipt).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37960" y="42062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chỉ tính cho đơn đã thanh toán đủ và đã giao/hoàn tất; đơn hủy không tính; hoàn tiền điều chỉnh tiền thực nhận.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Phân quyền &amp; Toàn vẹn dữ liệu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Phân quyền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</a:t>
            </a:r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quyền (tài chính, tài khoản, cung ứng, cấu hình, nhật ký, import).
</a:t>
            </a:r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viên: </a:t>
            </a:r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hàng/POS, đổi trả, bảo hành, sửa chữa, CSKH, chấm công.
</a:t>
            </a:r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ở cả API </a:t>
            </a:r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Staff gọi endpoint Admin bị chặn (403).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1F5F9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Toàn vẹn dữ liệu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26517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cho thao tác đa bước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32918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cái kho &amp; quỹ bất biến (append-only)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39319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xóa đối tượng đã phát sinh giao dịch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4572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sửa giao dịch khi chưa có hiệu lực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922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52120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thay đổi đều ghi nhật ký kiểm toán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kiểm thử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7314A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59/59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mức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47288" y="20116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7314A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20/20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47288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Unit/Integration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54496" y="20116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7314A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54496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 &amp; BE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/ lỗi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61704" y="20116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7314A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704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061704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thật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phát hiện &amp; sửa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BUG-01 (đã sửa): </a:t>
            </a:r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trùng mã đơn khi tạo nhiều đơn trong cùng một giây → thêm mili-giây vào mã đơn, kiểm thử lại đạt.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luận &amp; Hướng phát triển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Đạt được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632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trị hoàn chỉnh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 quát mua – kho – bán – hậu mãi – tài chính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tiền/tồn/công nợ nhất quán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đầy đủ, build sạch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8288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B5651D"/>
          </a:solidFill>
          <a:ln/>
        </p:spPr>
      </p:sp>
      <p:sp>
        <p:nvSpPr>
          <p:cNvPr id="10" name="Text 8"/>
          <p:cNvSpPr/>
          <p:nvPr/>
        </p:nvSpPr>
        <p:spPr>
          <a:xfrm>
            <a:off x="4315968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Hạn chế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697480"/>
            <a:ext cx="30632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tích hợp cổng thanh toán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GTGT mới in trình duyệt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1 cửa hàng / 1 kho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8288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14375E"/>
          </a:solidFill>
          <a:ln/>
        </p:spPr>
      </p:sp>
      <p:sp>
        <p:nvSpPr>
          <p:cNvPr id="14" name="Text 12"/>
          <p:cNvSpPr/>
          <p:nvPr/>
        </p:nvSpPr>
        <p:spPr>
          <a:xfrm>
            <a:off x="8083296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Hướng phát triển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57616" y="2697480"/>
            <a:ext cx="30632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thanh toán &amp; hóa đơn điện tử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kho / đa chi nhánh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bán hàng cho khách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Docker, CI/CD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 thầy và các bạn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383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đã lắng nghe!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MoToSale v2  ·  Website bán xe máy &amp; phụ tùng  ·  Tống Văn Đông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2026-06-04T07:07:11Z</dcterms:created>
  <dcterms:modified xsi:type="dcterms:W3CDTF">2026-06-04T07:07:11Z</dcterms:modified>
</cp:coreProperties>
</file>